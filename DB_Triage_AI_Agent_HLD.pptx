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the system: autonomous SQL diagnosis and rewrite at Oracle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 — 8 sections covering the complete HLD.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pain before the architecture. The key tension: wrong automated rewrite is worse than no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planes — each independently scalable. The observability plane spans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pre-filter checks in strict order, cheapest first. 96% of traffic never reaches the LLM — this is what makes the system economically viable.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map is the compression layer that makes the ReAct loop tractable at 2M invocations/day.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checks are independent — passing three doesn't help if you fail the fourth. Mutation safety is the only absolute hard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independent prompt+model versioning is what lets you bisect regressions. Without it you roll back both and never learn which caused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integration points — IDE for authoring, CI gate for PRs, OCI console for DBA oversight. All feed labels back to the training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principle: in degraded state, output nothing rather than output unvalidated rewrites. Safety over availability.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example: TO_DATE wrapper suppresses static partition pruning. The interesting part is the guardrail false fail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principles: the non-obvious design insights that make this production-grade rather than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4572000"/>
          </a:xfrm>
          <a:prstGeom prst="oval">
            <a:avLst/>
          </a:prstGeom>
          <a:solidFill>
            <a:srgbClr val="1565C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00400"/>
            <a:ext cx="2743200" cy="2743200"/>
          </a:xfrm>
          <a:prstGeom prst="oval">
            <a:avLst/>
          </a:prstGeom>
          <a:solidFill>
            <a:srgbClr val="00ACC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3657600" cy="3657600"/>
          </a:xfrm>
          <a:prstGeom prst="oval">
            <a:avLst/>
          </a:prstGeom>
          <a:solidFill>
            <a:srgbClr val="7C4DFF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Triage AI Agent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A4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System Design  ·  Oracle Scale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401568"/>
            <a:ext cx="45720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Debtanu Pal  ·  Senior Software Engineer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5720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6177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7200" y="5056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DB Instances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0" y="45720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0" y="46177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743200" y="5056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Events / Day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45720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46177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029200" y="5056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LLM Calls / Day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45720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0" y="46177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315200" y="5056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Rewrite Precision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601200" y="45720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0" y="46177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601200" y="5056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E2E Latency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57F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727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4813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98448" y="169164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98448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Why manual SQL debugging doesn't scale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36208" y="152704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88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57276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67728" y="14813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967728" y="169164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967728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Four planes, each independently scalable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27614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089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0720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27157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298448" y="292608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Ingestion &amp; Pre-filter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98448" y="3246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50M → 2M: the cost-control funnel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26480" y="26060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36208" y="27614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4527A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80720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67728" y="27157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967728" y="292608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Agent Internals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967728" y="3246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ReAct loop, evidence map, tool calls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8404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66928" y="39959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E7D5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4164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98448" y="39502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298448" y="416052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Guardrail &amp; Validation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298448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Four independent safety checks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26480" y="38404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36208" y="39959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0ACC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4041648"/>
            <a:ext cx="548640" cy="5486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67728" y="39502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06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6967728" y="416052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Eval &amp; Feedback Loop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967728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Continuous improvement, prompt versioning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457200" y="50749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566928" y="523036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276088"/>
            <a:ext cx="548640" cy="54864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298448" y="51846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07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1298448" y="539496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Developer Integration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1298448" y="5715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IDE, CI gate, OCI Console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6126480" y="50749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236208" y="523036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C62828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5276088"/>
            <a:ext cx="548640" cy="54864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967728" y="51846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08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6967728" y="539496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Scale &amp; Reliability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6967728" y="5715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Fault tolerance, horizontal scaling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01 ·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SQL Debugging Doesn't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07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2–6 hrs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282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Mean time a DBA spends diagnosing one slow query manually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408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1,000s/day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6883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Slow query incidents across 100K+ DB instances at Oracle scale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246120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009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tools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64845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EXPLAIN PLAN, AWR, DBA_HIST_SQLSTAT — all manual cross-referencing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4206240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611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risk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6085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A wrong automated rewrite is worse than no rewrite — semantics must be provably preserved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5897880" cy="4892040"/>
          </a:xfrm>
          <a:prstGeom prst="roundRect">
            <a:avLst>
              <a:gd name="adj" fmla="val 2617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0876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35040" y="1572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A4AE"/>
                </a:solidFill>
              </a:rPr>
              <a:t>The Answer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35040" y="2029968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 agentic AI pipeline that automatically detects, explains, and rewrites inefficient SQL — with production-grade guardrails you'd stake a financial database on.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80760" y="32461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080760" y="33192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30s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080760" y="38404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E2E triage vs 2–6hr manual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915400" y="32461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915400" y="33192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8915400" y="38404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Rewrite precision in prod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080760" y="44805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080760" y="45537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080760" y="50749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Pre-filter reduction rate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915400" y="44805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915400" y="45537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915400" y="50749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False positive rate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02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Independent Planes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58191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59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651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Telemetry Sources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127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OCI Autonomous DB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34472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Exadata Clusters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On-prem Oracle DB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40873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via Agent collectors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17520" y="3108960"/>
            <a:ext cx="228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246120" y="13258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4527A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20440" y="150876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581912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2359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46120" y="2651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Ingestion Plane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83280" y="3127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OCI Streaming / Kafka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83280" y="34472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Telemetry normalizer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83280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Slow query classifier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83280" y="40873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Dedup + enrich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852160" y="3108960"/>
            <a:ext cx="228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080760" y="13258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55080" y="150876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1581912"/>
            <a:ext cx="594360" cy="5943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80760" y="2359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080760" y="2651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Orchestration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17920" y="3127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Pre-filter (5 checks)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217920" y="34472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ReAct loop (max 5 iter)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17920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Knowledge base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217920" y="40873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Guardrail layer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686800" y="3108960"/>
            <a:ext cx="228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8915400" y="13258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9189720" y="150876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1581912"/>
            <a:ext cx="594360" cy="5943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915400" y="2359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8915400" y="2651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Integration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9052560" y="3127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SQL IDE plugin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9052560" y="34472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CI/CD gate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9052560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OCI Console panel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9052560" y="40873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</a:rPr>
              <a:t>Notification router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11480" y="5074920"/>
            <a:ext cx="11292840" cy="1051560"/>
          </a:xfrm>
          <a:prstGeom prst="roundRect">
            <a:avLst>
              <a:gd name="adj" fmla="val 8696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230368"/>
            <a:ext cx="566928" cy="56692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280160" y="5212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Observability &amp; Evaluation Plane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1234440" y="5596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Eval harness  ·  Golden set (2K pairs)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3931920" y="5596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Metrics store  ·  Drift detector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6629400" y="5596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Model registry  ·  Prompt versioning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9326880" y="5596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Retraining pipeline  ·  DPO / LoRA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3886200" y="5321808"/>
            <a:ext cx="109728" cy="109728"/>
          </a:xfrm>
          <a:prstGeom prst="oval">
            <a:avLst/>
          </a:prstGeom>
          <a:solidFill>
            <a:srgbClr val="90A4AE"/>
          </a:solidFill>
          <a:ln/>
        </p:spPr>
      </p:sp>
      <p:sp>
        <p:nvSpPr>
          <p:cNvPr id="51" name="Shape 44"/>
          <p:cNvSpPr/>
          <p:nvPr/>
        </p:nvSpPr>
        <p:spPr>
          <a:xfrm>
            <a:off x="6565392" y="5321808"/>
            <a:ext cx="109728" cy="109728"/>
          </a:xfrm>
          <a:prstGeom prst="oval">
            <a:avLst/>
          </a:prstGeom>
          <a:solidFill>
            <a:srgbClr val="90A4AE"/>
          </a:solidFill>
          <a:ln/>
        </p:spPr>
      </p:sp>
      <p:sp>
        <p:nvSpPr>
          <p:cNvPr id="52" name="Shape 45"/>
          <p:cNvSpPr/>
          <p:nvPr/>
        </p:nvSpPr>
        <p:spPr>
          <a:xfrm>
            <a:off x="9235440" y="5321808"/>
            <a:ext cx="109728" cy="109728"/>
          </a:xfrm>
          <a:prstGeom prst="oval">
            <a:avLst/>
          </a:prstGeom>
          <a:solidFill>
            <a:srgbClr val="90A4A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03 · INGESTION &amp; PRE-FILTER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 → 2M: The Cost-Control Funnel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10789920" cy="566928"/>
          </a:xfrm>
          <a:prstGeom prst="roundRect">
            <a:avLst>
              <a:gd name="adj" fmla="val 9677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61872"/>
            <a:ext cx="668975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Raw slow query events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75520" y="126187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0" y="126187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100%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5040" y="1828800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54480" y="201168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4527A0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011680"/>
            <a:ext cx="52157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After bloom filter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0" y="201168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0" y="201168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64% drop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2578608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2761488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761488"/>
            <a:ext cx="3968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After rewrite cache hit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0" y="276148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76148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60% of remainder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3328416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46120" y="3511296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511296"/>
            <a:ext cx="3118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After inflight dedup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351129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89320" y="351129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further reduction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4078224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40480" y="426110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00ACC1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4261104"/>
            <a:ext cx="23810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After quota check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426110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4960" y="426110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deferred not dropped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4828032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43400" y="5010912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E7D52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5010912"/>
            <a:ext cx="175747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LLM invocations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97880" y="501091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92040" y="501091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</a:rPr>
              <a:t>96% total reduction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4592" y="189280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① Bloom filter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(in-memory, &lt;1ms)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64592" y="264261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② Rewrite cache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(Redis, 2–5ms)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4592" y="339242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③ Inflight dedup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(Redis TTL 90s)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4592" y="4142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④ Quota check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(soft+hard limit)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64592" y="4892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⑤ Actionability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screen (8–15ms)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04 · AGENT INTERNALS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 Loop: Reason → Act → Observe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89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Assembly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· EXPLAIN PLAN (shadow DB)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· Table stats + stale flags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8541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· Index inventory + selectivity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38658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· AWR plan history (last 10)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5877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· Schema DDL (truncated)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· KBase NN (top-3 similar)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2176272"/>
            <a:ext cx="41148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69080" y="1261872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1389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Loop  (max 5 iterations)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18288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4527A0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8836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24528" y="224942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</a:rPr>
              <a:t>LLM scores 14 hypothesis types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50408" y="235458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87568" y="18288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5687568" y="18836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7568" y="224942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</a:rPr>
              <a:t>Tool calls: explain / stats / index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13448" y="235458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50608" y="1828800"/>
            <a:ext cx="1325880" cy="1051560"/>
          </a:xfrm>
          <a:prstGeom prst="roundRect">
            <a:avLst>
              <a:gd name="adj" fmla="val 6957"/>
            </a:avLst>
          </a:prstGeom>
          <a:solidFill>
            <a:srgbClr val="00ACC1"/>
          </a:solidFill>
          <a:ln/>
        </p:spPr>
      </p:sp>
      <p:sp>
        <p:nvSpPr>
          <p:cNvPr id="24" name="Text 22"/>
          <p:cNvSpPr/>
          <p:nvPr/>
        </p:nvSpPr>
        <p:spPr>
          <a:xfrm>
            <a:off x="7150608" y="18836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0608" y="224942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</a:rPr>
              <a:t>Parse → update evidence map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641080" y="2176272"/>
            <a:ext cx="41148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52560" y="1261872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2E7D5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9828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Rewrite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98280" y="2240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</a:rPr>
              <a:t>Structured JSON 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</a:rPr>
              <a:t>SQL + explanation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</a:rPr>
              <a:t>confidence + risks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13842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3832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Cumulative Evidence Map — The Agent's Belief State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38221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4527A0">
              <a:alpha val="12000"/>
            </a:srgbClr>
          </a:solidFill>
          <a:ln w="10160">
            <a:solidFill>
              <a:srgbClr val="4527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886200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</a:rPr>
              <a:t>Hypotheses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242816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14 types · confidence score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507992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ACTIVE / WEAKENING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773168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CONFIRMED / ELIMINATED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38221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1565C0">
              <a:alpha val="12000"/>
            </a:srgbClr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3886200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Established Facts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0" y="4242816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Write-once per loop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4507992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Table stats · indexes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0" y="4773168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EXPLAIN · SQL history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38221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00897B">
              <a:alpha val="12000"/>
            </a:srgbClr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886200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Tool Trace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4242816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Every call logged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4507992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latency · output size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773168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parsed delta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052560" y="3822192"/>
            <a:ext cx="2633472" cy="1874520"/>
          </a:xfrm>
          <a:prstGeom prst="roundRect">
            <a:avLst>
              <a:gd name="adj" fmla="val 3902"/>
            </a:avLst>
          </a:prstGeom>
          <a:solidFill>
            <a:srgbClr val="F57F17">
              <a:alpha val="12000"/>
            </a:srgbClr>
          </a:solidFill>
          <a:ln w="10160">
            <a:solidFill>
              <a:srgbClr val="F57F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0" y="3886200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</a:rPr>
              <a:t>Loop Control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0" y="4242816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Iterations budget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144000" y="4507992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Recommended action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0" y="4773168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CALL_TOOL / REWRITE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144000" y="5038344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ESCALATE / ABANDON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559612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</a:rPr>
              <a:t>200-token belief summary per iteration · not raw tool output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05 · GUARDRAIL &amp;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Independent Safety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55321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356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Semantic Equivalence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52303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Execute original + rewrite on shadow DB (up to 10K rows). Structural diff of result sets: column count, types, row count, 100-row sample. Distinguishes genuine semantic failures from NLS floating-point artefacts via secondary check.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218688"/>
            <a:ext cx="5257800" cy="347472"/>
          </a:xfrm>
          <a:prstGeom prst="roundRect">
            <a:avLst>
              <a:gd name="adj" fmla="val 13158"/>
            </a:avLst>
          </a:prstGeom>
          <a:solidFill>
            <a:srgbClr val="1565C0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186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</a:rPr>
              <a:t>⚠  False fails on aggregated cols — secondary check required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298448"/>
            <a:ext cx="55321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356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Schema Binding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5352" y="1938528"/>
            <a:ext cx="52303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Every table, column, index in the rewrite validated against the live data dictionary at validation time — not context assembly time. Guards against schema drift in the 5–30s window between context build and validation.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218688"/>
            <a:ext cx="5257800" cy="347472"/>
          </a:xfrm>
          <a:prstGeom prst="roundRect">
            <a:avLst>
              <a:gd name="adj" fmla="val 13158"/>
            </a:avLst>
          </a:prstGeom>
          <a:solidFill>
            <a:srgbClr val="00897B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2186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</a:rPr>
              <a:t>⚠  Schema migrations in-flight — validate at execution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904488"/>
            <a:ext cx="55321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4527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0416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527A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0690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527A0"/>
                </a:solidFill>
              </a:rPr>
              <a:t>Plan Regression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4544568"/>
            <a:ext cx="52303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EXPLAIN on candidate rewrite. Estimated cost must not exceed original by &gt; 15% (configurable per tenant). Catches rewrites that are semantically correct but trigger worse execution paths due to data distribution differences.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5824728"/>
            <a:ext cx="5257800" cy="347472"/>
          </a:xfrm>
          <a:prstGeom prst="roundRect">
            <a:avLst>
              <a:gd name="adj" fmla="val 13158"/>
            </a:avLst>
          </a:prstGeom>
          <a:solidFill>
            <a:srgbClr val="4527A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58247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27A0"/>
                </a:solidFill>
              </a:rPr>
              <a:t>⚠  Stale optimizer stats can produce misleading costs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3904488"/>
            <a:ext cx="55321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40416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40690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Mutation Safety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45352" y="4544568"/>
            <a:ext cx="52303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Parse candidate SQL text. Any DDL (CREATE / DROP / ALTER / TRUNCATE) or DML (INSERT / UPDATE / DELETE / MERGE) triggers an unconditional hard block. No threshold. No override. No exception. Incident logged + prompt audit flagged.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824728"/>
            <a:ext cx="5257800" cy="347472"/>
          </a:xfrm>
          <a:prstGeom prst="roundRect">
            <a:avLst>
              <a:gd name="adj" fmla="val 13158"/>
            </a:avLst>
          </a:prstGeom>
          <a:solidFill>
            <a:srgbClr val="C62828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8247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</a:rPr>
              <a:t>⚠  Hard block — cannot be overridden by confidence score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6419088"/>
            <a:ext cx="11384280" cy="310896"/>
          </a:xfrm>
          <a:prstGeom prst="roundRect">
            <a:avLst>
              <a:gd name="adj" fmla="val 17647"/>
            </a:avLst>
          </a:prstGeom>
          <a:solidFill>
            <a:srgbClr val="0F2044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419088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Composite score:  0.35 × LLM certainty  +  0.30 × semantic equiv  +  0.20 × plan improvement  +  0.15 × KBase sim  →  ≥0.85 auto-surface  ·  0.65–0.84 labelled  ·  &lt;0.65 human queue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06 · EVALUATION &amp; FEEDBACK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Improvement — Never Silent Degradation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3035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01168" cy="1481328"/>
          </a:xfrm>
          <a:prstGeom prst="roundRect">
            <a:avLst>
              <a:gd name="adj" fmla="val 45455"/>
            </a:avLst>
          </a:prstGeom>
          <a:solidFill>
            <a:srgbClr val="F57F1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</a:rPr>
              <a:t>Golden Evaluation 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4754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~2,000 hand-labeled (slow query → ideal rewrite) pairs · 12 rewrite categories · ≥100 examples per category · Updated quarterly from human review queue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990088"/>
            <a:ext cx="53035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90088"/>
            <a:ext cx="201168" cy="1481328"/>
          </a:xfrm>
          <a:prstGeom prst="roundRect">
            <a:avLst>
              <a:gd name="adj" fmla="val 45455"/>
            </a:avLst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272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Shadow Scoring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4754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New model/prompt versions process prod traffic but surface nothing. Scored vs golden set. Must improve precision + plan improvement rate before promotion.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654296"/>
            <a:ext cx="53035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4654296"/>
            <a:ext cx="201168" cy="1481328"/>
          </a:xfrm>
          <a:prstGeom prst="roundRect">
            <a:avLst>
              <a:gd name="adj" fmla="val 45455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79145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Drift Detector (Live)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184648"/>
            <a:ext cx="4754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24h rolling window on 3 metrics: rewrite precision, false positive rate, plan improvement rate. Auto-rollback in 60s if thresholds breached. Pages on-call.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5669280" cy="2331720"/>
          </a:xfrm>
          <a:prstGeom prst="roundRect">
            <a:avLst>
              <a:gd name="adj" fmla="val 4706"/>
            </a:avLst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42646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Feedback Loop — 3 Signal Types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9202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Explicit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69480" y="19202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DBA accept / reject in IDE or console 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4688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468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Implicit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69480" y="24688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P99 latency delta 7d before vs after deploy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01752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017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 blocks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9480" y="30175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Gate blocks treated as negative labels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33756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ACC1"/>
                </a:solidFill>
              </a:rPr>
              <a:t>→ DPO preference dataset → LoRA fine-tune weekly → gated by eval harness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794760"/>
            <a:ext cx="5669280" cy="2944368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9050">
            <a:solidFill>
              <a:srgbClr val="7C4D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99632" y="3913632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</a:rPr>
              <a:t>Prompt Versioning — Independent of Model Checkpoints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407408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· 3 independently versioned prompts: Diagnosis · Rewrite · Confidence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4809744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· Each bound to specific model version in the model registry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5212080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· Shadow-evaluated before promotion — same SLO gates as model changes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561441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· Bisect regressions: new model + old prompt vs old model + new prompt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6016752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· ~60% of quality regressions were prompt regressions, not model regressions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07 · DEVELOPER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Developer Touchpoints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730752" cy="3977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4630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517904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3619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SQL IDE Plugin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019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SQL Developer · VS Code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" y="2267712"/>
            <a:ext cx="3401568" cy="0"/>
          </a:xfrm>
          <a:prstGeom prst="line">
            <a:avLst/>
          </a:prstGeom>
          <a:noFill/>
          <a:ln w="6350">
            <a:solidFill>
              <a:srgbClr val="E8ED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2395728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Surfaces suggestions inline as the developer writes. Amber underline on slow patterns. One-click apply. Shows confidence label, explanation, and secondary DBA recommendations. Explicit accept/reject feeds back to training.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298448"/>
            <a:ext cx="3730752" cy="3977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704" y="14630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517904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53619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CI/CD Gate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285232" y="19019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OCI DevOps · GitHub Actions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89704" y="2267712"/>
            <a:ext cx="3401568" cy="0"/>
          </a:xfrm>
          <a:prstGeom prst="line">
            <a:avLst/>
          </a:prstGeom>
          <a:noFill/>
          <a:ln w="6350">
            <a:solidFill>
              <a:srgbClr val="E8ED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89704" y="2395728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Blocks PRs containing queries matching slow patterns. Posts the suggested rewrite as a diff comment at the exact moment the developer would otherwise merge a slow query to production. CI blocks treated as negative training labels.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38744" y="1298448"/>
            <a:ext cx="3730752" cy="3977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03336" y="14630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517904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98864" y="153619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OCI Console DBA Panel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98864" y="19019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OCI Console · Real-time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403336" y="2267712"/>
            <a:ext cx="3401568" cy="0"/>
          </a:xfrm>
          <a:prstGeom prst="line">
            <a:avLst/>
          </a:prstGeom>
          <a:noFill/>
          <a:ln w="6350">
            <a:solidFill>
              <a:srgbClr val="E8EDF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403336" y="2395728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C"/>
                </a:solidFill>
              </a:rPr>
              <a:t>Live dashboard: active alerts, pending rewrites, accept/reject queue, trend charts by rewrite category and tenant. DBA reviews low-confidence rewrites here. Source of gold labels for the fine-tuning pipeline.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65760" y="5468112"/>
            <a:ext cx="11384280" cy="1261872"/>
          </a:xfrm>
          <a:prstGeom prst="roundRect">
            <a:avLst>
              <a:gd name="adj" fmla="val 7246"/>
            </a:avLst>
          </a:prstGeom>
          <a:solidFill>
            <a:srgbClr val="F0F4F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8640" y="55412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Output Routing by Confidence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474720" y="5541264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E7D52">
              <a:alpha val="12000"/>
            </a:srgbClr>
          </a:solidFill>
          <a:ln w="10160">
            <a:solidFill>
              <a:srgbClr val="2E7D5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474720" y="55778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</a:rPr>
              <a:t>≥ 0.85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474720" y="5888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Auto-surface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3474720" y="6172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IDE / CI / Dashboard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504688" y="5541264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57F17">
              <a:alpha val="12000"/>
            </a:srgbClr>
          </a:solidFill>
          <a:ln w="10160">
            <a:solidFill>
              <a:srgbClr val="F57F1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504688" y="55778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F17"/>
                </a:solidFill>
              </a:rPr>
              <a:t>0.65–0.84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504688" y="5888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Labelled surface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504688" y="6172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With explicit confidence caveat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7534656" y="5541264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C62828">
              <a:alpha val="1200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534656" y="55778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&lt; 0.65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7534656" y="5888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Human review queue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7534656" y="6172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Never shown to developer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9564624" y="5541264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37474F">
              <a:alpha val="12000"/>
            </a:srgbClr>
          </a:solidFill>
          <a:ln w="10160">
            <a:solidFill>
              <a:srgbClr val="37474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9564624" y="55778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Mutation fail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9564624" y="5888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Hard discard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9564624" y="6172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Incident logged · prompt audit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08 · SCALE &amp; RELIABILITY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Scale · Fault Tolerance ·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Scale Targets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190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DB instances monitored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171907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100,000+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E8EDF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579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Raw slow query events/day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2157984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50M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968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LLM invocations/day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2596896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~2M (after pre-filter)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E8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358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Pre-filter P99 latency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3035808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&lt; 100ms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74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Full triage P99 latency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347472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&lt; 30s E2E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E8EDF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136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Rewrite cache hit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391363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~60%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Fault Tolerance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1719072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719072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C62828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1792224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</a:rPr>
              <a:t>LLM unavailable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35240" y="181051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Circuit breaker + exponential backoff. Fallback to rule-based heuristic suggestions with 'AI unavailable' label.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265176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0" y="265176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C62828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272491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</a:rPr>
              <a:t>Shadow DB unavailable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35240" y="2743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Semantic equiv demoted to best-effort. Confidence penalised –0.15 pts.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3584448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358444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C62828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36576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</a:rPr>
              <a:t>Guardrail service down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35240" y="36758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Hard block all rewrites. Zero output in degraded state — never surface unvalidated.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0" y="4517136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4517136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C62828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0" y="45902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</a:rPr>
              <a:t>Streaming message loss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35240" y="460857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At-least-once delivery + idempotency keys + 60s dedup window.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5902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Security &amp; Compliance</a:t>
            </a:r>
            <a:endParaRPr lang="en-US" sz="13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056632"/>
            <a:ext cx="274320" cy="27432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13232" y="5010912"/>
            <a:ext cx="5230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Tenant isolation — every LLM call scoped to single tenant, no cross-tenant context</a:t>
            </a:r>
            <a:endParaRPr lang="en-US" sz="950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56632"/>
            <a:ext cx="274320" cy="27432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473952" y="5010912"/>
            <a:ext cx="5230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No production SQL execution — rewrites are suggestions only; shadow DB is read-only replica</a:t>
            </a:r>
            <a:endParaRPr lang="en-US" sz="950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513832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13232" y="5468112"/>
            <a:ext cx="5230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Immutable audit log — every agent decision in OCI Object Storage with WORM policy</a:t>
            </a:r>
            <a:endParaRPr lang="en-US" sz="95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513832"/>
            <a:ext cx="274320" cy="27432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473952" y="5468112"/>
            <a:ext cx="5230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Data residency — telemetry processing region-local; no cross-region transfer without opt-in</a:t>
            </a:r>
            <a:endParaRPr lang="en-US" sz="95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5971032"/>
            <a:ext cx="274320" cy="27432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13232" y="5925312"/>
            <a:ext cx="5230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30-day SQL text retention max — only anonymised plan hashes + rewrite metadata retained</a:t>
            </a:r>
            <a:endParaRPr lang="en-US" sz="95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5971032"/>
            <a:ext cx="274320" cy="27432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473952" y="5925312"/>
            <a:ext cx="5230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API keys in OCI Vault — rotated quarterly; no secrets in code or config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0A4AE"/>
                </a:solidFill>
              </a:rPr>
              <a:t>WORKED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Failure Mode: Partition Pruning Suppressed by TO_DATE()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Original (slow — 47s P99)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8F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8249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c.email,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SUM(oi.unit_price * oi.quantity) AS total_spend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c, order_items oi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oi.created_date &gt;=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TO_DATE('2026-01-01','YYYY-MM-DD')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oi.status_code =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c.customer_id = oi.customer_id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026664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c.region_id = 42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18688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c.customer_name, c.email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total_spend DESC;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One 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fixed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2633472"/>
            <a:ext cx="731520" cy="0"/>
          </a:xfrm>
          <a:prstGeom prst="line">
            <a:avLst/>
          </a:prstGeom>
          <a:noFill/>
          <a:ln w="19050">
            <a:solidFill>
              <a:srgbClr val="2E7D5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9224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</a:rPr>
              <a:t>Rewrite (2.1s P99 — 95% faster)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1600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0FAF4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68249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c.email,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29400" y="187452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SUM(oi.unit_price * oi.quantity) AS total_spend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2066544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c, order_items oi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29400" y="2258568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oi.created_date &gt;=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2450592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 '2026-01-01'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29400" y="264261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oi.status_code =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28346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c.customer_id = oi.customer_id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3026664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c.region_id = 42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29400" y="3218688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c.customer_name, c.email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3410712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total_spend DESC;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858768"/>
            <a:ext cx="11384280" cy="2633472"/>
          </a:xfrm>
          <a:prstGeom prst="roundRect">
            <a:avLst>
              <a:gd name="adj" fmla="val 3472"/>
            </a:avLst>
          </a:prstGeom>
          <a:solidFill>
            <a:srgbClr val="F0F4F8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77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How the Guardrail Caught a False Fail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4462272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" y="451713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Sem. equiv — FAIL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" y="480974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3-row diff in SUM column on 10K sample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69080" y="4800600"/>
            <a:ext cx="1828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251960" y="4462272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F57F1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61688" y="451713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F17"/>
                </a:solidFill>
              </a:rPr>
              <a:t>Investigation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61688" y="480974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Diff in aggregated col → NLS artefact pattern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18120" y="4800600"/>
            <a:ext cx="1828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01000" y="4462272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10728" y="451713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Secondary check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0728" y="4809744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50K rows + precision normalisation → match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5303520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2648" y="535838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Penalty applied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2648" y="565099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–5pts confidence  ·  PASSED WITH WARNING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69080" y="5641848"/>
            <a:ext cx="1828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251960" y="5303520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2E7D5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361688" y="535838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2"/>
                </a:solidFill>
              </a:rPr>
              <a:t>Plan check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361688" y="565099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Cost: 284K → 31K  ·  +8pts confidence boost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18120" y="5641848"/>
            <a:ext cx="1828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001000" y="5303520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2E7D5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110728" y="535838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2"/>
                </a:solidFill>
              </a:rPr>
              <a:t>Final: 0.87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10728" y="565099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</a:rPr>
              <a:t>Auto-surfaced  ·  47s → 2.1s in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oval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oval">
            <a:avLst/>
          </a:prstGeom>
          <a:solidFill>
            <a:srgbClr val="00ACC1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8046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A4AE"/>
                </a:solidFill>
              </a:rPr>
              <a:t>System Design Summary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Triage AI Agent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2128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A4AE"/>
                </a:solidFill>
              </a:rPr>
              <a:t>Autonomous SQL diagnosis and rewrite at Oracle scale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999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 Design rejection first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10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      The system's job is knowing when NOT to trust the output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 Eval infra is not optional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9684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      Continuous scoring — not just at release time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3159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 Version prompts independently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6268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      Bisect regressions: model vs prompt separately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497433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 Pre-filter is the economics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5285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      96% reduction before any LLM call — viable at scale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Debtanu Pal  ·  debtanu97@gmail.com  ·  debtanu.me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Triage AI Agent — HLD</dc:title>
  <dc:subject>PptxGenJS Presentation</dc:subject>
  <dc:creator>Debtanu Pal</dc:creator>
  <cp:lastModifiedBy>Debtanu Pal</cp:lastModifiedBy>
  <cp:revision>1</cp:revision>
  <dcterms:created xsi:type="dcterms:W3CDTF">2026-06-23T05:52:24Z</dcterms:created>
  <dcterms:modified xsi:type="dcterms:W3CDTF">2026-06-23T05:52:24Z</dcterms:modified>
</cp:coreProperties>
</file>